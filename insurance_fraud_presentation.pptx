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7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7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6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5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5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5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0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5301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49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698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49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84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6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4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Predicting fraudulent insurance claims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fraud detection is slow and inefficient. A predictive model can help detect fraud earlier.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model to classify claims as fraudulent or legitimate.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customer information, policy details, incident data and claim amounts.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handling missing values, and removing redundant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analysis, correlation heatmap and bivariate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Dummy variable creation and feature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and 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matrix, classification report and ROC‑AUC score used for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claim patterns are strongly associated with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model to prioritize investigations and reduce financial losses.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modeling can significantly improve fraud detection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147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Insurance Fraud Detection</vt:lpstr>
      <vt:lpstr>Problem Statement</vt:lpstr>
      <vt:lpstr>Project Objective</vt:lpstr>
      <vt:lpstr>Dataset Overview</vt:lpstr>
      <vt:lpstr>Data Preparation</vt:lpstr>
      <vt:lpstr>Exploratory Data Analysis</vt:lpstr>
      <vt:lpstr>Feature Engineering</vt:lpstr>
      <vt:lpstr>Models Used</vt:lpstr>
      <vt:lpstr>Model Evaluation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Fraud Detection</dc:title>
  <dc:subject/>
  <dc:creator/>
  <cp:keywords/>
  <dc:description>generated using python-pptx</dc:description>
  <cp:lastModifiedBy>Anirudha</cp:lastModifiedBy>
  <cp:revision>2</cp:revision>
  <dcterms:created xsi:type="dcterms:W3CDTF">2013-01-27T09:14:16Z</dcterms:created>
  <dcterms:modified xsi:type="dcterms:W3CDTF">2026-03-14T05:27:20Z</dcterms:modified>
  <cp:category/>
</cp:coreProperties>
</file>